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3" Type="http://schemas.openxmlformats.org/officeDocument/2006/relationships/customXml" Target="../customXml/item3.xml" /><Relationship Id="rId21" Type="http://schemas.openxmlformats.org/officeDocument/2006/relationships/presProps" Target="presProp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handoutMaster" Target="handoutMasters/handoutMaster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tableStyles" Target="tableStyles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theme" Target="theme/theme1.xml" /><Relationship Id="rId10" Type="http://schemas.openxmlformats.org/officeDocument/2006/relationships/slide" Target="slides/slide6.xml" /><Relationship Id="rId19" Type="http://schemas.openxmlformats.org/officeDocument/2006/relationships/notesMaster" Target="notesMasters/notesMaster1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viewProps" Target="viewProps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 /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9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19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8.xml" /><Relationship Id="rId4" Type="http://schemas.openxmlformats.org/officeDocument/2006/relationships/image" Target="../media/image5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Relationship Id="rId6" Type="http://schemas.openxmlformats.org/officeDocument/2006/relationships/image" Target="../media/image9.png" /><Relationship Id="rId5" Type="http://schemas.openxmlformats.org/officeDocument/2006/relationships/image" Target="../media/image8.png" /><Relationship Id="rId4" Type="http://schemas.openxmlformats.org/officeDocument/2006/relationships/image" Target="../media/image7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Relationship Id="rId4" Type="http://schemas.openxmlformats.org/officeDocument/2006/relationships/image" Target="../media/image11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 /><Relationship Id="rId7" Type="http://schemas.openxmlformats.org/officeDocument/2006/relationships/image" Target="../media/image16.png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Relationship Id="rId6" Type="http://schemas.openxmlformats.org/officeDocument/2006/relationships/image" Target="../media/image15.png" /><Relationship Id="rId5" Type="http://schemas.openxmlformats.org/officeDocument/2006/relationships/image" Target="../media/image14.png" /><Relationship Id="rId4" Type="http://schemas.openxmlformats.org/officeDocument/2006/relationships/image" Target="../media/image13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19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 /><Relationship Id="rId1" Type="http://schemas.openxmlformats.org/officeDocument/2006/relationships/slideLayout" Target="../slideLayouts/slideLayout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7" y="3588198"/>
            <a:ext cx="7413684" cy="86149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Name: Om Dayanand Nayak</a:t>
            </a:r>
            <a:endParaRPr lang="en-IN" b="0" dirty="0">
              <a:solidFill>
                <a:schemeClr val="tx1"/>
              </a:solidFill>
            </a:endParaRPr>
          </a:p>
          <a:p>
            <a:r>
              <a:rPr lang="en-US" b="0" dirty="0">
                <a:solidFill>
                  <a:schemeClr val="tx1"/>
                </a:solidFill>
              </a:rPr>
              <a:t>College Name: </a:t>
            </a:r>
            <a:r>
              <a:rPr lang="en-US" b="0" dirty="0">
                <a:solidFill>
                  <a:schemeClr val="tx1"/>
                </a:solidFill>
                <a:ea typeface="+mj-lt"/>
                <a:cs typeface="+mj-lt"/>
              </a:rPr>
              <a:t>Keraleeya </a:t>
            </a:r>
            <a:r>
              <a:rPr lang="en-US" b="0" dirty="0" err="1">
                <a:solidFill>
                  <a:schemeClr val="tx1"/>
                </a:solidFill>
                <a:ea typeface="+mj-lt"/>
                <a:cs typeface="+mj-lt"/>
              </a:rPr>
              <a:t>Samajam's</a:t>
            </a:r>
            <a:r>
              <a:rPr lang="en-US" b="0" dirty="0">
                <a:solidFill>
                  <a:schemeClr val="tx1"/>
                </a:solidFill>
                <a:ea typeface="+mj-lt"/>
                <a:cs typeface="+mj-lt"/>
              </a:rPr>
              <a:t> Model College (Autonomous)</a:t>
            </a:r>
            <a:endParaRPr lang="en-IN" b="0" dirty="0">
              <a:solidFill>
                <a:schemeClr val="tx1"/>
              </a:solidFill>
              <a:ea typeface="+mj-lt"/>
              <a:cs typeface="+mj-lt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3" y="2844750"/>
            <a:ext cx="9575979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 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481944"/>
            <a:ext cx="609653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/>
              <a:t>AICTE STU ID : </a:t>
            </a:r>
            <a:r>
              <a:rPr lang="en-US" dirty="0">
                <a:ea typeface="+mn-lt"/>
                <a:cs typeface="+mn-lt"/>
              </a:rPr>
              <a:t>STU6a6614587cdf21785074776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800" dirty="0"/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However, raw agricultural data does not clearly explain how agricultural performance changes across seasons or what patterns can be observed in different seasonal conditions. </a:t>
            </a:r>
          </a:p>
          <a:p>
            <a:pPr algn="just">
              <a:lnSpc>
                <a:spcPct val="150000"/>
              </a:lnSpc>
            </a:pPr>
            <a:r>
              <a:rPr lang="en-US" sz="2800" dirty="0"/>
              <a:t>The problem is to analyze the given agricultural dataset and investigate seasonal differences in agricultural performance by identifying meaningful patterns, trends, relationships and variations within the available data. 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036B48-61B1-92FF-BEF8-1A6D636AE6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IN" sz="1400" b="1" dirty="0"/>
              <a:t>Seasonal Agriculture Performance Analysis</a:t>
            </a:r>
            <a:r>
              <a:rPr lang="en-IN" sz="1400" dirty="0"/>
              <a:t> is a Data Analytics project focused on understanding how agricultural performance changes across different seasons, regions, farming conditions, and resource usage.</a:t>
            </a:r>
          </a:p>
          <a:p>
            <a:pPr algn="just"/>
            <a:r>
              <a:rPr lang="en-IN" sz="1400" dirty="0"/>
              <a:t>The project involves </a:t>
            </a:r>
            <a:r>
              <a:rPr lang="en-IN" sz="1400" b="1" dirty="0"/>
              <a:t>exploring, cleaning, and </a:t>
            </a:r>
            <a:r>
              <a:rPr lang="en-IN" sz="1400" b="1" dirty="0" err="1"/>
              <a:t>analyzing</a:t>
            </a:r>
            <a:r>
              <a:rPr lang="en-IN" sz="1400" b="1" dirty="0"/>
              <a:t> agricultural data</a:t>
            </a:r>
            <a:r>
              <a:rPr lang="en-IN" sz="1400" dirty="0"/>
              <a:t> to identify meaningful seasonal patterns, trends, relationships, and variations. Key factors such as crop production, environmental conditions, resource utilization, and economic outcomes are examined to compare agricultural performance across different seasons.</a:t>
            </a:r>
          </a:p>
          <a:p>
            <a:pPr algn="just"/>
            <a:r>
              <a:rPr lang="en-IN" sz="1400" dirty="0"/>
              <a:t>Using </a:t>
            </a:r>
            <a:r>
              <a:rPr lang="en-IN" sz="1400" b="1" dirty="0"/>
              <a:t>Python, Pandas, statistical analysis, and data visualization techniques</a:t>
            </a:r>
            <a:r>
              <a:rPr lang="en-IN" sz="1400" dirty="0"/>
              <a:t>, the project aims to transform raw agricultural data into meaningful insights. The findings can help identify significant seasonal differences, unusual patterns, and relationships between environmental conditions and agricultural outcomes.</a:t>
            </a:r>
          </a:p>
          <a:p>
            <a:pPr algn="just"/>
            <a:r>
              <a:rPr lang="en-IN" sz="1400" dirty="0"/>
              <a:t>The final analysis provides </a:t>
            </a:r>
            <a:r>
              <a:rPr lang="en-IN" sz="1400" b="1" dirty="0"/>
              <a:t>evidence-based insights and recommendations</a:t>
            </a:r>
            <a:r>
              <a:rPr lang="en-IN" sz="1400" dirty="0"/>
              <a:t> that can support better understanding and planning of seasonal agricultural activities.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lvl="0"/>
            <a:r>
              <a:rPr lang="en-IN" sz="1400" dirty="0"/>
              <a:t>Farmers </a:t>
            </a:r>
          </a:p>
          <a:p>
            <a:pPr lvl="0"/>
            <a:r>
              <a:rPr lang="en-IN" sz="1400" dirty="0"/>
              <a:t>Agricultural Planners </a:t>
            </a:r>
          </a:p>
          <a:p>
            <a:pPr lvl="0"/>
            <a:r>
              <a:rPr lang="en-IN" sz="1400" dirty="0"/>
              <a:t>Government Agriculture Departments </a:t>
            </a:r>
          </a:p>
          <a:p>
            <a:pPr lvl="0"/>
            <a:r>
              <a:rPr lang="en-IN" sz="1400" dirty="0"/>
              <a:t>Agricultural Researchers </a:t>
            </a:r>
          </a:p>
          <a:p>
            <a:pPr lvl="0"/>
            <a:r>
              <a:rPr lang="en-IN" sz="1400" dirty="0"/>
              <a:t>Agribusinesses &amp; FPOs </a:t>
            </a:r>
          </a:p>
          <a:p>
            <a:pPr lvl="0"/>
            <a:r>
              <a:rPr lang="en-IN" sz="1400" dirty="0"/>
              <a:t>Agricultural Consultants</a:t>
            </a:r>
            <a:r>
              <a:rPr lang="en-IN" sz="1600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399" y="1463105"/>
            <a:ext cx="9027702" cy="5243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Python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Google </a:t>
            </a:r>
            <a:r>
              <a:rPr lang="en-US" sz="1400" dirty="0" err="1">
                <a:ea typeface="+mn-lt"/>
                <a:cs typeface="+mn-lt"/>
              </a:rPr>
              <a:t>Colab</a:t>
            </a:r>
            <a:endParaRPr lang="en-US" dirty="0" err="1"/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Pandas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Exploratory Data Analysis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Matplotlib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Seaborn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Statistics</a:t>
            </a:r>
            <a:endParaRPr lang="en-US"/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Data Cleaning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Statistical Analysis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ea typeface="+mn-lt"/>
                <a:cs typeface="+mn-lt"/>
              </a:rPr>
              <a:t>Data visualization</a:t>
            </a:r>
            <a:endParaRPr lang="en-IN" sz="140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92259A-6C26-54C4-F716-F1E82E223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976" y="1201586"/>
            <a:ext cx="3341119" cy="13869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AAEE6F-7B26-D82C-ED88-6132938CB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96" y="4314048"/>
            <a:ext cx="7954599" cy="238526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216A7C-5F46-A1EF-3C15-427F764084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6661" y="2662331"/>
            <a:ext cx="3406435" cy="15779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21CE03-E94C-CABD-E8DA-DB74B14F7C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654" y="1199522"/>
            <a:ext cx="4271334" cy="303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ADC4CB-C283-A763-3A96-7B5D3C4C8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2113" y="1202397"/>
            <a:ext cx="4180038" cy="42231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315CC1-6BBB-4E58-73FE-89124B878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987" y="1209765"/>
            <a:ext cx="4391385" cy="420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253486-FCFD-4AC5-393A-6FB81CE916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542"/>
          <a:stretch>
            <a:fillRect/>
          </a:stretch>
        </p:blipFill>
        <p:spPr>
          <a:xfrm>
            <a:off x="678072" y="1012525"/>
            <a:ext cx="3647229" cy="28920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643396-6DB7-0A98-9F60-4458C7FCF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057" y="1017289"/>
            <a:ext cx="3371132" cy="29112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377C53-F3DD-B48A-1EB0-8A31DF85B1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025" y="3923671"/>
            <a:ext cx="3639271" cy="23893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CCEB82-3F4A-56D4-988C-0E79831372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2888" y="1017737"/>
            <a:ext cx="3193391" cy="29103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D2C1CE-2129-7848-8955-518D1CF61E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1023" y="3827792"/>
            <a:ext cx="3850258" cy="263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7C924C-9BDF-6404-3519-F673E517B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355" y="1274283"/>
            <a:ext cx="6878308" cy="491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9110E4B-3527-33A5-E3A6-0BB8BB6AC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68" y="1200421"/>
            <a:ext cx="7270270" cy="46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16B7D1-4270-3A8A-A4C1-46F956DFA7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957" y="1308565"/>
            <a:ext cx="6431280" cy="3607987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IN" sz="1400" dirty="0"/>
              <a:t>Real-time agricultural data monitoring</a:t>
            </a:r>
          </a:p>
          <a:p>
            <a:pPr lvl="0"/>
            <a:r>
              <a:rPr lang="en-IN" sz="1400" dirty="0"/>
              <a:t>Crop yield prediction</a:t>
            </a:r>
          </a:p>
          <a:p>
            <a:pPr lvl="0"/>
            <a:r>
              <a:rPr lang="en-IN" sz="1400" dirty="0"/>
              <a:t>AI-based seasonal crop recommendations</a:t>
            </a:r>
          </a:p>
          <a:p>
            <a:pPr lvl="0"/>
            <a:r>
              <a:rPr lang="en-IN" sz="1400" dirty="0"/>
              <a:t>Weather and climate-based analysis</a:t>
            </a:r>
          </a:p>
          <a:p>
            <a:pPr lvl="0"/>
            <a:r>
              <a:rPr lang="en-IN" sz="1400" dirty="0"/>
              <a:t>Regional-level agricultural forecasting</a:t>
            </a:r>
          </a:p>
          <a:p>
            <a:pPr lvl="0"/>
            <a:r>
              <a:rPr lang="en-IN" sz="1400" dirty="0"/>
              <a:t>Smart resource allocation</a:t>
            </a:r>
          </a:p>
          <a:p>
            <a:pPr lvl="0"/>
            <a:r>
              <a:rPr lang="en-IN" sz="1400" dirty="0"/>
              <a:t>Market price and demand prediction</a:t>
            </a:r>
          </a:p>
          <a:p>
            <a:pPr lvl="0"/>
            <a:r>
              <a:rPr lang="en-IN" sz="1400" dirty="0"/>
              <a:t>Integration with IoT and sensor data</a:t>
            </a:r>
          </a:p>
          <a:p>
            <a:pPr lvl="0"/>
            <a:r>
              <a:rPr lang="en-IN" sz="1400" dirty="0"/>
              <a:t>Mobile/Web-based agricultural dashboard</a:t>
            </a:r>
          </a:p>
          <a:p>
            <a:pPr lvl="0"/>
            <a:r>
              <a:rPr lang="en-IN" sz="1400" dirty="0"/>
              <a:t>Advanced Machine Learning models for prediction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5090773" cy="66607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>
                <a:ea typeface="+mn-lt"/>
                <a:cs typeface="+mn-lt"/>
              </a:rPr>
              <a:t>https://github.com/Study000234/Seasonal-_Agriculture_Performance_Analysis_VOIS.git</a:t>
            </a:r>
            <a:endParaRPr lang="en-US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F009C0-E7C8-F16F-B741-9B350BE8C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591" y="1435670"/>
            <a:ext cx="7252478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8BDC3-DD35-9E72-B7A5-40F125CB23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71af3243-3dd4-4a8d-8c0d-dd76da1f02a5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www.w3.org/2000/xmlns/"/>
    <ds:schemaRef ds:uri="71af3243-3dd4-4a8d-8c0d-dd76da1f02a5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577</TotalTime>
  <Words>413</Words>
  <Application>Microsoft Office PowerPoint</Application>
  <PresentationFormat>Widescreen</PresentationFormat>
  <Paragraphs>55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- Seasonal Agriculture Performance Analysis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Om Nayak</cp:lastModifiedBy>
  <cp:revision>180</cp:revision>
  <dcterms:created xsi:type="dcterms:W3CDTF">2021-07-11T13:13:15Z</dcterms:created>
  <dcterms:modified xsi:type="dcterms:W3CDTF">2026-09-24T17:03:45Z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